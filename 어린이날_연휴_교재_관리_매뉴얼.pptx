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어린이날 연휴, 스마트한 교재 관리 매뉴얼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진도 설정부터 효율적인 채점 피드백까지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대상: 1년 차 미만 선생님을 위한 실전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이번 교육의 핵심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200" b="0">
                <a:solidFill>
                  <a:srgbClr val="000000"/>
                </a:solidFill>
                <a:latin typeface="Malgun Gothic"/>
              </a:defRPr>
            </a:pPr>
            <a:r>
              <a:t>회원 부담 경감: 연휴 기간 학습 거부감 최소화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200" b="0">
                <a:solidFill>
                  <a:srgbClr val="000000"/>
                </a:solidFill>
                <a:latin typeface="Malgun Gothic"/>
              </a:defRPr>
            </a:pPr>
            <a:r>
              <a:t>학습 연속성 유지: 진도 조절을 통한 '밀린 교재' 방지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200" b="0">
                <a:solidFill>
                  <a:srgbClr val="000000"/>
                </a:solidFill>
                <a:latin typeface="Malgun Gothic"/>
              </a:defRPr>
            </a:pPr>
            <a:r>
              <a:t>업무 효율화: 2주분 교재의 효과적인 채점 및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핵심 진도 설정 전략 - "복습이 답이다"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원칙: 새로운 개념보다는 익숙한 복습 위주로 구성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이유: 어려운 새 단계가 연휴와 겹치면 아이의 학습 의욕이 꺾이고 퇴회 위험이 높아짐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방법: 아이가 혼자서도 5~10분 내에 끝낼 수 있는 수준으로 배정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"연휴 동안은 가볍게 복습하고, 선생님이랑 다음 수업 때 기분 좋게 새 진도 나가자!"라고 동기부여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교재 전달 전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준비: 1주 차/2주 차 분량 명확히 구분 (인덱스 활용)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포장: 어린이날 축하 메시지나 작은 간식 동봉 (선물 느낌 강조)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예고: 학부모에게 미리 휴강 및 교재 전달 사항 안내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상황별 바로 쓰는 매직 스크립트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대면 시: "어머님, 이번엔 아이가 연휴에도 부담 없이 학습 습관을 유지할 수 있도록 복습 위주로 알차게 준비했습니다!"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메시지형: "즐거운 어린이날을 위해 아이가 스스로 풀기 쉬운 복습 교재를 선물과 함께 준비했습니다. 가방 안을 확인해 주세요."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2주분 교재 채점 및 피드백 노하우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중복 내용 처리: 내용이 중복되는 부분은 한 세트만 집중 채점하여 선생님의 업무 과부하 방지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오답 위주 관리: 전체를 다 보기보다 틀린 부분 위주로 정밀 피드백 실시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지침:</a:t>
            </a:r>
          </a:p>
          <a:p>
            <a:pPr lv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채점용 교재를 반드시 지참하여 현장에서 즉시 피드백</a:t>
            </a:r>
          </a:p>
          <a:p>
            <a:pPr lv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아이가 반복해서 틀리는 지점만 명확히 짚어주어 수업 시간 효율 극대화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신입 선생님을 위한 실전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자신감: "쉬는 게 아니라 관리해 드리는 것"이라는 프로 정신 갖기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Malgun Gothic"/>
              </a:defRPr>
            </a:pPr>
            <a:r>
              <a:t>메모 활용: 교재 첫 장에 "연휴 잘 보내고 다음 주에 웃으며 만나자!"라는 응원 문구 남기기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마무리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세심한 진도 조절과 정확한 피드백이 '진짜 실력'입니다.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