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94457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한글 기본 지도법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DD7EE"/>
                </a:solidFill>
              </a:rPr>
              <a:t>5편 · 6편  핵심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DC3E6"/>
                </a:solidFill>
              </a:rPr>
              <a:t>나무단계 1블록 · 2블록 지도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구몬 관양지국  |  교사 교육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영유아 지도 핵심 원칙 (5편·6편 공통)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★  즐겁게 학습한다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유치원 다니는 시기까지 즐겁게 학습할 수 있도록 지도
도전하는 마음을 가질 수 있도록 이끌어 준다
정답을 강요하지 않고 긍정적인 분위기 유지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6187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★  자립을 위한 지도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스스로 할 수 있는 힘을 기르는 것을 최종 목표
정답을 알려주기보다 스스로 생각하게 유도
나무단계 = 새싹단계와 기본 지도방법 동일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309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</a:rPr>
              <a:t>핵심: 블록별 특징과 지도 포인트 중심으로 운영 — 교재 지도법은 새싹단계와 동일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5편 | 통글자 지도법  (나무 1블록)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371600" cy="160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645920"/>
            <a:ext cx="1335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34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</a:rPr>
              <a:t>통글자부터 시작하는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373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유아는 "의미"가 있는 것에만 흥미를 가짐
의미의 최소 단위 = 낱말  →  통글자부터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143000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371600" cy="160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429000"/>
            <a:ext cx="1335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175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</a:rPr>
              <a:t>핵심 블록은 3블록!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1블록: 통글자 익히기 출발점  |  3블록: 한글 읽기 완성의 핵심
1블록 과제단어 96개 (이 중 37개는 새싹단계 연계어휘)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09160"/>
            <a:ext cx="1143000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709160"/>
            <a:ext cx="1371600" cy="160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5212080"/>
            <a:ext cx="1335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Point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800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</a:rPr>
              <a:t>100% 암기는 NO!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3035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통글자만으로 한글 완성 시 11,172자 필요 (현실 불가)
아이가 관심 있는 2~3개 단어 집중 지도로도 충분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6편 | 낱글자 지도법  (나무 2블록)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낱글자 학습 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0972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통글자 → 낱글자 자연스러운 흐름
통글자 학습 중 "이건 무슨 글자지?" 궁금증 발생
2블록이 그 궁금증에 답해주는 블록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0972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977639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59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의미 있는 대상으로 낱글자 학습
예) "가방"의 "가"  →  의미를 가진 단어로 암기
발음만 가르치면 흥미 유발 어려움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66928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61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낱글자 지도 TIP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37360"/>
            <a:ext cx="109728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8308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TIP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손뼉 치며 낱말 나누기
손뼉 한 번에 낱자 하나 대응
리듬감 있게 반복 연습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931920"/>
            <a:ext cx="109728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977639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TIP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59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글자 분리 → 합성 활동
글자 나누어 보는 연습 진행
글자가 "떨어지는" 개념 인식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교재 지도법 | 그림동화 &amp; 그림카드 (2블록)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57784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그림동화 지도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구몬 그림동화 vs 타사 이야기동화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타사: 그림 속 글 혼합 → 그림 집중 어려움
• 구몬: 글·그림 명확히 분리 → 그림 집중 가능
지도 2 Step
Step 1.  일러스트 보여주며 동화 전체 읽어주기
           (스마트펜·육성 모두 OK / 아이 표정 관찰)
Step 2.  내용 흐름 파악 후 과제 낱말 인지 확인
           (손가락으로 짚어보게끔 지도)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57784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57784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612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그림카드 지도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</a:rPr>
              <a:t>그림카드 특징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특징 1.  글자 수가 다른 낱말 구성
           글자 몰라도 낱말 구별 가능
특징 2.  낱말 구성 글자색이 다름
           유아의 색 인지 발달 특성 반영
지도 방법
• 플래쉬 기법: 뒤에서 앞으로 보여주기
• 1초에 1장씩 스피드 있게 제시
• 아이 반응 관찰하며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